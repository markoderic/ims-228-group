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mp4" ContentType="video/mp4"/>
</Types>
</file>

<file path=_rels/.rels>&#65279;<?xml version="1.0" encoding="utf-8"?><Relationships xmlns="http://schemas.openxmlformats.org/package/2006/relationships"><Relationship Type="http://schemas.openxmlformats.org/package/2006/relationships/metadata/core-properties" Target="/docProps/core.xml" Id="R84030d22f2774b3f" /><Relationship Type="http://schemas.openxmlformats.org/officeDocument/2006/relationships/extended-properties" Target="/docProps/app.xml" Id="Rcfe2b3a7fea14075" /><Relationship Type="http://schemas.openxmlformats.org/officeDocument/2006/relationships/officeDocument" Target="/ppt/presentation.xml" Id="R5ca88406bfde48e6" /></Relationships>
</file>

<file path=ppt/presentation.xml><?xml version="1.0" encoding="utf-8"?>
<p:presentation xmlns:p="http://schemas.openxmlformats.org/presentationml/2006/main">
  <p:sldMasterIdLst>
    <p:sldMasterId xmlns:r="http://schemas.openxmlformats.org/officeDocument/2006/relationships" id="2147483648" r:id="Rf83ecb0e0fd54666"/>
  </p:sldMasterIdLst>
  <p:notesMasterIdLst>
    <p:notesMasterId xmlns:r="http://schemas.openxmlformats.org/officeDocument/2006/relationships" r:id="R3698debb933d4fee"/>
  </p:notesMasterIdLst>
  <p:sldIdLst>
    <p:sldId xmlns:r="http://schemas.openxmlformats.org/officeDocument/2006/relationships" id="256" r:id="Rf027bc4dc6b2440f"/>
    <p:sldId xmlns:r="http://schemas.openxmlformats.org/officeDocument/2006/relationships" id="257" r:id="Rd9e7d3e47aea4415"/>
    <p:sldId xmlns:r="http://schemas.openxmlformats.org/officeDocument/2006/relationships" id="258" r:id="Rf82494006e654bdc"/>
    <p:sldId xmlns:r="http://schemas.openxmlformats.org/officeDocument/2006/relationships" id="259" r:id="Rf3c997e874ef4824"/>
    <p:sldId xmlns:r="http://schemas.openxmlformats.org/officeDocument/2006/relationships" id="260" r:id="Rd0dd74ca779445d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3a450eb74dc44a3" /><Relationship Type="http://schemas.openxmlformats.org/officeDocument/2006/relationships/slideMaster" Target="/ppt/slideMasters/slideMaster1.xml" Id="Rf83ecb0e0fd54666" /><Relationship Type="http://schemas.openxmlformats.org/officeDocument/2006/relationships/notesMaster" Target="/ppt/notesMasters/notesMaster1.xml" Id="R3698debb933d4fee" /><Relationship Type="http://schemas.openxmlformats.org/officeDocument/2006/relationships/presProps" Target="/ppt/presProps.xml" Id="R3bbc6798023348aa" /><Relationship Type="http://schemas.openxmlformats.org/officeDocument/2006/relationships/tableStyles" Target="/ppt/tableStyles.xml" Id="Re50f4edcdd594ba7" /><Relationship Type="http://schemas.openxmlformats.org/officeDocument/2006/relationships/slide" Target="/ppt/slides/slide1.xml" Id="Rf027bc4dc6b2440f" /><Relationship Type="http://schemas.openxmlformats.org/officeDocument/2006/relationships/slide" Target="/ppt/slides/slide2.xml" Id="Rd9e7d3e47aea4415" /><Relationship Type="http://schemas.openxmlformats.org/officeDocument/2006/relationships/slide" Target="/ppt/slides/slide3.xml" Id="Rf82494006e654bdc" /><Relationship Type="http://schemas.openxmlformats.org/officeDocument/2006/relationships/slide" Target="/ppt/slides/slide4.xml" Id="Rf3c997e874ef4824" /><Relationship Type="http://schemas.openxmlformats.org/officeDocument/2006/relationships/slide" Target="/ppt/slides/slide5.xml" Id="Rd0dd74ca779445d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3772ba91a924ba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e25fd230d2a43da" /><Relationship Type="http://schemas.openxmlformats.org/officeDocument/2006/relationships/notesMaster" Target="/ppt/notesMasters/notesMaster1.xml" Id="R624d0b49f970446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dfdf34b9df4fc2" /><Relationship Type="http://schemas.openxmlformats.org/officeDocument/2006/relationships/notesMaster" Target="/ppt/notesMasters/notesMaster1.xml" Id="R885b4537bdab4ca6" /></Relationships>
</file>

<file path=ppt/notesSlides/_rels/notesSlide3.xml.rels>&#65279;<?xml version="1.0" encoding="utf-8"?><Relationships xmlns="http://schemas.openxmlformats.org/package/2006/relationships"><Relationship Type="http://schemas.openxmlformats.org/officeDocument/2006/relationships/slide" Target="/ppt/slides/slide3.xml" Id="R36dfea8f0eb9492a" /><Relationship Type="http://schemas.openxmlformats.org/officeDocument/2006/relationships/notesMaster" Target="/ppt/notesMasters/notesMaster1.xml" Id="R707295df14f648e8" /></Relationships>
</file>

<file path=ppt/notesSlides/_rels/notesSlide4.xml.rels>&#65279;<?xml version="1.0" encoding="utf-8"?><Relationships xmlns="http://schemas.openxmlformats.org/package/2006/relationships"><Relationship Type="http://schemas.openxmlformats.org/officeDocument/2006/relationships/slide" Target="/ppt/slides/slide4.xml" Id="Rb29ff3a0fe5a4f34" /><Relationship Type="http://schemas.openxmlformats.org/officeDocument/2006/relationships/notesMaster" Target="/ppt/notesMasters/notesMaster1.xml" Id="R8b535fd4ea5942c9" /></Relationships>
</file>

<file path=ppt/notesSlides/_rels/notesSlide5.xml.rels>&#65279;<?xml version="1.0" encoding="utf-8"?><Relationships xmlns="http://schemas.openxmlformats.org/package/2006/relationships"><Relationship Type="http://schemas.openxmlformats.org/officeDocument/2006/relationships/slide" Target="/ppt/slides/slide5.xml" Id="R082e0226790e4942" /><Relationship Type="http://schemas.openxmlformats.org/officeDocument/2006/relationships/notesMaster" Target="/ppt/notesMasters/notesMaster1.xml" Id="Rbc53df450a7b4f3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are Group 5. Our project is a presentation remote that uses a webcam to track hand gestures. Presenters can change slides and control a video without holding a clicker.</a:t>
            </a:r>
          </a:p>
          <a:p xmlns:a="http://schemas.openxmlformats.org/drawingml/2006/main">
            <a:r>
              <a:t>Source: supplied IMS 228 Mi-IP Design Document, Phase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narrowed the idea after feedback that it needed a clearer purpose. Presenters already have their hands free. The current version uses index and middle upright for a right swipe to the next slide, and only index upright for a left swipe to the previous slide. Both gestures use the same response parameters. Source: supplied Phase 2 Design Document for purpose and user revisions for current gestures.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Raise index and middle, then swipe right for the next slide. Raise only index, then swipe left for the previous slide. Keep the other fingers naturally lowered. Both gestures use the same distance threshold, smoothing and actual movement sample requirements. No pose-hold or minimum movement-duration timer applies. Keep the pose for consecutive pages and hold still to stop. Return strokes in the wrong direction do not navigate. On slide 4, a held fist pauses the video, and a full open palm held continuously for about 0.6 seconds plays it. Single-index and two-finger navigation never request playback. Source: user revisions to the gesture rules.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the browser demo and start the camera. Go to slide 4 and click Play once if the browser requires it. A held fist pauses the video. Fully open all four main fingers continuously for about 0.6 seconds to resume. A single-index left swipe or two-finger right swipe navigates while keeping the video paused. Brief palm transitions, three raised fingers and missing hands cannot resume playback. Present fullscreen shows only the five-slide stage and retains camera gestures. This PPTX keeps the original 12-second tone and timer clip embedded for standard playback. Source: user revisions. Webcam gestures operate in the browser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next step is to test the prototype with different presenters. We need to check lighting, distance from the webcam, and accidental actions during normal talking. We will tune gesture thresholds based on those tests. These are planned checks, not completed user-study results. The demo controls its own slides, not PowerPoint or Google Slides.</a:t>
            </a:r>
          </a:p>
          <a:p xmlns:a="http://schemas.openxmlformats.org/drawingml/2006/main">
            <a:r>
              <a:t>Source: supplied Phase 2 Design Document, testing and platform sections.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02a5eb6fbb041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115977c4028433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df847d053364f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c8fc2c47b3245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33f5b3f7c20949c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d5f46956417423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B59FE4D-88AA-45F7-9358-F6E1255AB59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72024C4-039B-4156-B5D7-4BBC8DCB094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B2B7D03-B538-4489-A890-187A825AA63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9F7C6F-5FE0-4162-A2CE-387FCD03339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4981AFD-D325-40F5-99B2-DAB9EC89AC70}"/>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3BC4497-1792-44F4-8C2E-1B7DE5EAE6F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B3A3824-E6FD-4464-BE5F-259E3FA7B87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DAC849-A5B1-4510-B5B3-F89D6F386C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7021B0-B965-4484-B55B-669B8BD3786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5706BE1-2D21-4F31-B6AD-CCD92C4492F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996e44c2cd84995" /><Relationship Type="http://schemas.openxmlformats.org/officeDocument/2006/relationships/slideLayout" Target="/ppt/slideLayouts/slideLayout1.xml" Id="R49fdc5c2cd6b4a67" /><Relationship Type="http://schemas.openxmlformats.org/officeDocument/2006/relationships/slideLayout" Target="/ppt/slideLayouts/slideLayout2.xml" Id="R0a5c08c348ce49b6" /><Relationship Type="http://schemas.openxmlformats.org/officeDocument/2006/relationships/slideLayout" Target="/ppt/slideLayouts/slideLayout3.xml" Id="R50f06acb45494d29" /><Relationship Type="http://schemas.openxmlformats.org/officeDocument/2006/relationships/slideLayout" Target="/ppt/slideLayouts/slideLayout4.xml" Id="R572b5e4a2f474b6a" /><Relationship Type="http://schemas.openxmlformats.org/officeDocument/2006/relationships/slideLayout" Target="/ppt/slideLayouts/slideLayout5.xml" Id="Ra9bae6b128084008" /><Relationship Type="http://schemas.openxmlformats.org/officeDocument/2006/relationships/slideLayout" Target="/ppt/slideLayouts/slideLayout6.xml" Id="R560f6647135b40e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9fdc5c2cd6b4a67"/>
    <p:sldLayoutId xmlns:r="http://schemas.openxmlformats.org/officeDocument/2006/relationships" id="2147483650" r:id="R0a5c08c348ce49b6"/>
    <p:sldLayoutId xmlns:r="http://schemas.openxmlformats.org/officeDocument/2006/relationships" id="2147483651" r:id="R50f06acb45494d29"/>
    <p:sldLayoutId xmlns:r="http://schemas.openxmlformats.org/officeDocument/2006/relationships" id="2147483652" r:id="R572b5e4a2f474b6a"/>
    <p:sldLayoutId xmlns:r="http://schemas.openxmlformats.org/officeDocument/2006/relationships" id="2147483653" r:id="Ra9bae6b128084008"/>
    <p:sldLayoutId xmlns:r="http://schemas.openxmlformats.org/officeDocument/2006/relationships" id="2147483654" r:id="R560f6647135b40e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8e4916c8b00490c" /><Relationship Type="http://schemas.openxmlformats.org/officeDocument/2006/relationships/notesSlide" Target="/ppt/notesSlides/notesSlide1.xml" Id="Rc2b9d0c4e0a64b2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755125f56b543ea" /><Relationship Type="http://schemas.openxmlformats.org/officeDocument/2006/relationships/notesSlide" Target="/ppt/notesSlides/notesSlide2.xml" Id="R5aad224390a04c27"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e4f42289d8440c0" /><Relationship Type="http://schemas.openxmlformats.org/officeDocument/2006/relationships/notesSlide" Target="/ppt/notesSlides/notesSlide3.xml" Id="R297cb73e74ca44b4" /></Relationships>
</file>

<file path=ppt/slides/_rels/slide4.xml.rels><?xml version='1.0' encoding='UTF-8' standalone='yes'?>
<Relationships xmlns="http://schemas.openxmlformats.org/package/2006/relationships"><Relationship Type="http://schemas.openxmlformats.org/officeDocument/2006/relationships/slideLayout" Target="/ppt/slideLayouts/slideLayout6.xml" Id="R4150234952034116"/><Relationship Type="http://schemas.openxmlformats.org/officeDocument/2006/relationships/image" Target="/ppt/media/image.png" Id="R57e0535180d6468c"/><Relationship Type="http://schemas.openxmlformats.org/officeDocument/2006/relationships/notesSlide" Target="/ppt/notesSlides/notesSlide4.xml" Id="Rc49854a2a5fe40c8"/><Relationship Id="rIdDemoVideo" Type="http://schemas.openxmlformats.org/officeDocument/2006/relationships/video" Target="../media/demo-video.mp4"/><Relationship Id="rIdDemoMedia" Type="http://schemas.microsoft.com/office/2007/relationships/media" Target="../media/demo-video.mp4"/></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8b3f10c00d4b4e" /><Relationship Type="http://schemas.openxmlformats.org/officeDocument/2006/relationships/notesSlide" Target="/ppt/notesSlides/notesSlide5.xml" Id="R61c61f5a6c5740b4" /></Relationships>
</file>

<file path=ppt/slides/slide1.xml><?xml version="1.0" encoding="utf-8"?>
<p:sld xmlns:p="http://schemas.openxmlformats.org/presentationml/2006/main">
  <p:cSld>
    <p:bg>
      <p:bgPr>
        <a:solidFill xmlns:a="http://schemas.openxmlformats.org/drawingml/2006/main">
          <a:srgbClr val="172B46"/>
        </a:solidFill>
      </p:bgPr>
    </p:bg>
    <p:spTree>
      <p:nvGrpSpPr>
        <p:cNvPr id="1" name=""/>
        <p:cNvGrpSpPr/>
        <p:nvPr/>
      </p:nvGrpSpPr>
      <p:grpSpPr>
        <a:xfrm xmlns:a="http://schemas.openxmlformats.org/drawingml/2006/main"/>
      </p:grpSpPr>
      <p:sp>
        <p:nvSpPr>
          <p:cNvPr id="5" name="course">
            <a:extLst xmlns:a="http://schemas.openxmlformats.org/drawingml/2006/main">
              <a:ext uri="{FF2B5EF4-FFF2-40B4-BE49-F238E27FC236}">
                <a16:creationId xmlns:a16="http://schemas.microsoft.com/office/drawing/2014/main" id="{5A5352EC-F896-43B1-BFB7-F515661EDF8F}"/>
              </a:ext>
            </a:extLst>
          </p:cNvPr>
          <p:cNvSpPr>
            <a:spLocks xmlns:a="http://schemas.openxmlformats.org/drawingml/2006/main" noGrp="1"/>
          </p:cNvSpPr>
          <p:nvPr/>
        </p:nvSpPr>
        <p:spPr>
          <a:xfrm xmlns:a="http://schemas.openxmlformats.org/drawingml/2006/main">
            <a:off x="762000" y="7143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8FE3CA"/>
                </a:solidFill>
                <a:latin typeface="Arial"/>
                <a:ea typeface="Arial"/>
                <a:cs typeface="Arial"/>
              </a:defRPr>
            </a:defPPr>
          </a:lstStyle>
          <a:p xmlns:a="http://schemas.openxmlformats.org/drawingml/2006/main">
            <a:pPr>
              <a:buNone/>
              <a:defRPr sz="1875" b="0">
                <a:solidFill>
                  <a:srgbClr val="8FE3CA"/>
                </a:solidFill>
                <a:latin typeface="Arial"/>
                <a:ea typeface="Arial"/>
                <a:cs typeface="Arial"/>
              </a:defRPr>
            </a:pPr>
            <a:r>
              <a:rPr sz="1875" b="0">
                <a:solidFill>
                  <a:srgbClr val="8FE3CA"/>
                </a:solidFill>
                <a:latin typeface="Arial"/>
                <a:ea typeface="Arial"/>
                <a:cs typeface="Arial"/>
              </a:rPr>
              <a:t>IMS 228  /  Group 5</a:t>
            </a:r>
          </a:p>
        </p:txBody>
      </p:sp>
      <p:sp>
        <p:nvSpPr>
          <p:cNvPr id="2" name="title">
            <a:extLst xmlns:a="http://schemas.openxmlformats.org/drawingml/2006/main">
              <a:ext uri="{FF2B5EF4-FFF2-40B4-BE49-F238E27FC236}">
                <a16:creationId xmlns:a16="http://schemas.microsoft.com/office/drawing/2014/main" id="{9C550FB5-9BDB-4ACA-8F9E-24045ABDEB29}"/>
              </a:ext>
            </a:extLst>
          </p:cNvPr>
          <p:cNvSpPr>
            <a:spLocks xmlns:a="http://schemas.openxmlformats.org/drawingml/2006/main" noGrp="1"/>
          </p:cNvSpPr>
          <p:nvPr/>
        </p:nvSpPr>
        <p:spPr>
          <a:xfrm xmlns:a="http://schemas.openxmlformats.org/drawingml/2006/main">
            <a:off x="762000" y="2038350"/>
            <a:ext cx="1057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6000" b="1">
                <a:solidFill>
                  <a:srgbClr val="FFFFFF"/>
                </a:solidFill>
                <a:latin typeface="Arial"/>
                <a:ea typeface="Arial"/>
                <a:cs typeface="Arial"/>
              </a:defRPr>
            </a:defPPr>
          </a:lstStyle>
          <a:p xmlns:a="http://schemas.openxmlformats.org/drawingml/2006/main">
            <a:pPr>
              <a:buNone/>
              <a:defRPr sz="6000" b="1">
                <a:solidFill>
                  <a:srgbClr val="FFFFFF"/>
                </a:solidFill>
                <a:latin typeface="Arial"/>
                <a:ea typeface="Arial"/>
                <a:cs typeface="Arial"/>
              </a:defRPr>
            </a:pPr>
            <a:r>
              <a:rPr sz="6000" b="1">
                <a:solidFill>
                  <a:srgbClr val="FFFFFF"/>
                </a:solidFill>
                <a:latin typeface="Arial"/>
                <a:ea typeface="Arial"/>
                <a:cs typeface="Arial"/>
              </a:rPr>
              <a:t>Hand Remote</a:t>
            </a:r>
          </a:p>
        </p:txBody>
      </p:sp>
      <p:sp>
        <p:nvSpPr>
          <p:cNvPr id="3" name="subtitle">
            <a:extLst xmlns:a="http://schemas.openxmlformats.org/drawingml/2006/main">
              <a:ext uri="{FF2B5EF4-FFF2-40B4-BE49-F238E27FC236}">
                <a16:creationId xmlns:a16="http://schemas.microsoft.com/office/drawing/2014/main" id="{306248C1-E3BD-42CA-94BB-EFC5A6124079}"/>
              </a:ext>
            </a:extLst>
          </p:cNvPr>
          <p:cNvSpPr>
            <a:spLocks xmlns:a="http://schemas.openxmlformats.org/drawingml/2006/main" noGrp="1"/>
          </p:cNvSpPr>
          <p:nvPr/>
        </p:nvSpPr>
        <p:spPr>
          <a:xfrm xmlns:a="http://schemas.openxmlformats.org/drawingml/2006/main">
            <a:off x="762000" y="3190875"/>
            <a:ext cx="981075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700" b="0">
                <a:solidFill>
                  <a:srgbClr val="E1EAF3"/>
                </a:solidFill>
                <a:latin typeface="Arial"/>
                <a:ea typeface="Arial"/>
                <a:cs typeface="Arial"/>
              </a:defRPr>
            </a:defPPr>
          </a:lstStyle>
          <a:p xmlns:a="http://schemas.openxmlformats.org/drawingml/2006/main">
            <a:pPr>
              <a:buNone/>
              <a:defRPr sz="2700" b="0">
                <a:solidFill>
                  <a:srgbClr val="E1EAF3"/>
                </a:solidFill>
                <a:latin typeface="Arial"/>
                <a:ea typeface="Arial"/>
                <a:cs typeface="Arial"/>
              </a:defRPr>
            </a:pPr>
            <a:r>
              <a:rPr sz="2700" b="0">
                <a:solidFill>
                  <a:srgbClr val="E1EAF3"/>
                </a:solidFill>
                <a:latin typeface="Arial"/>
                <a:ea typeface="Arial"/>
                <a:cs typeface="Arial"/>
              </a:rPr>
              <a:t>A presentation remote you control</a:t>
            </a:r>
          </a:p>
          <a:p xmlns:a="http://schemas.openxmlformats.org/drawingml/2006/main">
            <a:pPr>
              <a:buNone/>
              <a:defRPr sz="2700" b="0">
                <a:solidFill>
                  <a:srgbClr val="E1EAF3"/>
                </a:solidFill>
                <a:latin typeface="Arial"/>
                <a:ea typeface="Arial"/>
                <a:cs typeface="Arial"/>
              </a:defRPr>
            </a:pPr>
            <a:r>
              <a:rPr sz="2700" b="0">
                <a:solidFill>
                  <a:srgbClr val="E1EAF3"/>
                </a:solidFill>
                <a:latin typeface="Arial"/>
                <a:ea typeface="Arial"/>
                <a:cs typeface="Arial"/>
              </a:rPr>
              <a:t>with your hand</a:t>
            </a:r>
          </a:p>
        </p:txBody>
      </p:sp>
      <p:sp>
        <p:nvSpPr>
          <p:cNvPr id="4" name="names">
            <a:extLst xmlns:a="http://schemas.openxmlformats.org/drawingml/2006/main">
              <a:ext uri="{FF2B5EF4-FFF2-40B4-BE49-F238E27FC236}">
                <a16:creationId xmlns:a16="http://schemas.microsoft.com/office/drawing/2014/main" id="{E10C5A2A-DCBA-44F3-8AE3-5101FD39CCC1}"/>
              </a:ext>
            </a:extLst>
          </p:cNvPr>
          <p:cNvSpPr>
            <a:spLocks xmlns:a="http://schemas.openxmlformats.org/drawingml/2006/main" noGrp="1"/>
          </p:cNvSpPr>
          <p:nvPr/>
        </p:nvSpPr>
        <p:spPr>
          <a:xfrm xmlns:a="http://schemas.openxmlformats.org/drawingml/2006/main">
            <a:off x="762000" y="5476875"/>
            <a:ext cx="9525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D2DDEA"/>
                </a:solidFill>
                <a:latin typeface="Arial"/>
                <a:ea typeface="Arial"/>
                <a:cs typeface="Arial"/>
              </a:defRPr>
            </a:defPPr>
          </a:lstStyle>
          <a:p xmlns:a="http://schemas.openxmlformats.org/drawingml/2006/main">
            <a:pPr>
              <a:buNone/>
              <a:defRPr sz="1800" b="0">
                <a:solidFill>
                  <a:srgbClr val="D2DDEA"/>
                </a:solidFill>
                <a:latin typeface="Arial"/>
                <a:ea typeface="Arial"/>
                <a:cs typeface="Arial"/>
              </a:defRPr>
            </a:pPr>
            <a:r>
              <a:rPr sz="1800" b="0">
                <a:solidFill>
                  <a:srgbClr val="D2DDEA"/>
                </a:solidFill>
                <a:latin typeface="Arial"/>
                <a:ea typeface="Arial"/>
                <a:cs typeface="Arial"/>
              </a:rPr>
              <a:t>Ana Avramov, Jacob Brztowski</a:t>
            </a:r>
          </a:p>
          <a:p xmlns:a="http://schemas.openxmlformats.org/drawingml/2006/main">
            <a:pPr>
              <a:buNone/>
              <a:defRPr sz="1800" b="0">
                <a:solidFill>
                  <a:srgbClr val="D2DDEA"/>
                </a:solidFill>
                <a:latin typeface="Arial"/>
                <a:ea typeface="Arial"/>
                <a:cs typeface="Arial"/>
              </a:defRPr>
            </a:pPr>
            <a:r>
              <a:rPr sz="1800" b="0">
                <a:solidFill>
                  <a:srgbClr val="D2DDEA"/>
                </a:solidFill>
                <a:latin typeface="Arial"/>
                <a:ea typeface="Arial"/>
                <a:cs typeface="Arial"/>
              </a:rPr>
              <a:t>Yongzhen Lu, Marko Deric</a:t>
            </a:r>
          </a:p>
        </p:txBody>
      </p:sp>
    </p:spTree>
    <p:extLst>
      <p:ext uri="{BB962C8B-B14F-4D97-AF65-F5344CB8AC3E}">
        <p14:creationId xmlns:p14="http://schemas.microsoft.com/office/powerpoint/2010/main" val="1588072788"/>
      </p:ext>
    </p:extLst>
  </p:cSld>
</p:sld>
</file>

<file path=ppt/slides/slide2.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05B2A27A-3E8E-42C0-9870-63EC3A333EA8}"/>
              </a:ext>
            </a:extLst>
          </p:cNvPr>
          <p:cNvSpPr>
            <a:spLocks xmlns:a="http://schemas.openxmlformats.org/drawingml/2006/main" noGrp="1"/>
          </p:cNvSpPr>
          <p:nvPr/>
        </p:nvSpPr>
        <p:spPr>
          <a:xfrm xmlns:a="http://schemas.openxmlformats.org/drawingml/2006/main">
            <a:off x="762000" y="619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22B45"/>
                </a:solidFill>
                <a:latin typeface="Arial"/>
                <a:ea typeface="Arial"/>
                <a:cs typeface="Arial"/>
              </a:defRPr>
            </a:defPPr>
          </a:lstStyle>
          <a:p xmlns:a="http://schemas.openxmlformats.org/drawingml/2006/main">
            <a:pPr>
              <a:buNone/>
              <a:defRPr sz="3600" b="1">
                <a:solidFill>
                  <a:srgbClr val="122B45"/>
                </a:solidFill>
                <a:latin typeface="Arial"/>
                <a:ea typeface="Arial"/>
                <a:cs typeface="Arial"/>
              </a:defRPr>
            </a:pPr>
            <a:r>
              <a:rPr sz="3600" b="1">
                <a:solidFill>
                  <a:srgbClr val="122B45"/>
                </a:solidFill>
                <a:latin typeface="Arial"/>
                <a:ea typeface="Arial"/>
                <a:cs typeface="Arial"/>
              </a:rPr>
              <a:t>Why we built it</a:t>
            </a:r>
          </a:p>
        </p:txBody>
      </p:sp>
      <p:sp>
        <p:nvSpPr>
          <p:cNvPr id="2" name="page">
            <a:extLst xmlns:a="http://schemas.openxmlformats.org/drawingml/2006/main">
              <a:ext uri="{FF2B5EF4-FFF2-40B4-BE49-F238E27FC236}">
                <a16:creationId xmlns:a16="http://schemas.microsoft.com/office/drawing/2014/main" id="{7C9D4488-0C20-4D56-858E-E7EB9177C1D1}"/>
              </a:ext>
            </a:extLst>
          </p:cNvPr>
          <p:cNvSpPr>
            <a:spLocks xmlns:a="http://schemas.openxmlformats.org/drawingml/2006/main" noGrp="1"/>
          </p:cNvSpPr>
          <p:nvPr/>
        </p:nvSpPr>
        <p:spPr>
          <a:xfrm xmlns:a="http://schemas.openxmlformats.org/drawingml/2006/main">
            <a:off x="11001375" y="61341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A"/>
                </a:solidFill>
                <a:latin typeface="Arial"/>
                <a:ea typeface="Arial"/>
                <a:cs typeface="Arial"/>
              </a:defRPr>
            </a:defPPr>
          </a:lstStyle>
          <a:p xmlns:a="http://schemas.openxmlformats.org/drawingml/2006/main">
            <a:pPr>
              <a:buNone/>
              <a:defRPr sz="1500" b="0">
                <a:solidFill>
                  <a:srgbClr val="52657A"/>
                </a:solidFill>
                <a:latin typeface="Arial"/>
                <a:ea typeface="Arial"/>
                <a:cs typeface="Arial"/>
              </a:defRPr>
            </a:pPr>
            <a:r>
              <a:rPr sz="1500" b="0">
                <a:solidFill>
                  <a:srgbClr val="52657A"/>
                </a:solidFill>
                <a:latin typeface="Arial"/>
                <a:ea typeface="Arial"/>
                <a:cs typeface="Arial"/>
              </a:rPr>
              <a:t>02</a:t>
            </a:r>
          </a:p>
        </p:txBody>
      </p:sp>
      <p:sp>
        <p:nvSpPr>
          <p:cNvPr id="3" name="problem">
            <a:extLst xmlns:a="http://schemas.openxmlformats.org/drawingml/2006/main">
              <a:ext uri="{FF2B5EF4-FFF2-40B4-BE49-F238E27FC236}">
                <a16:creationId xmlns:a16="http://schemas.microsoft.com/office/drawing/2014/main" id="{2EEC2F31-9983-4FDE-978F-CF03882ED217}"/>
              </a:ext>
            </a:extLst>
          </p:cNvPr>
          <p:cNvSpPr>
            <a:spLocks xmlns:a="http://schemas.openxmlformats.org/drawingml/2006/main" noGrp="1"/>
          </p:cNvSpPr>
          <p:nvPr/>
        </p:nvSpPr>
        <p:spPr>
          <a:xfrm xmlns:a="http://schemas.openxmlformats.org/drawingml/2006/main">
            <a:off x="762000" y="1857375"/>
            <a:ext cx="6429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225" b="1">
                <a:solidFill>
                  <a:srgbClr val="122B45"/>
                </a:solidFill>
                <a:latin typeface="Arial"/>
                <a:ea typeface="Arial"/>
                <a:cs typeface="Arial"/>
              </a:defRPr>
            </a:defPPr>
          </a:lstStyle>
          <a:p xmlns:a="http://schemas.openxmlformats.org/drawingml/2006/main">
            <a:pPr>
              <a:buNone/>
              <a:defRPr sz="3225" b="1">
                <a:solidFill>
                  <a:srgbClr val="122B45"/>
                </a:solidFill>
                <a:latin typeface="Arial"/>
                <a:ea typeface="Arial"/>
                <a:cs typeface="Arial"/>
              </a:defRPr>
            </a:pPr>
            <a:r>
              <a:rPr sz="3225" b="1">
                <a:solidFill>
                  <a:srgbClr val="122B45"/>
                </a:solidFill>
                <a:latin typeface="Arial"/>
                <a:ea typeface="Arial"/>
                <a:cs typeface="Arial"/>
              </a:rPr>
              <a:t>Changing slides interrupts</a:t>
            </a:r>
          </a:p>
          <a:p xmlns:a="http://schemas.openxmlformats.org/drawingml/2006/main">
            <a:pPr>
              <a:buNone/>
              <a:defRPr sz="3225" b="1">
                <a:solidFill>
                  <a:srgbClr val="122B45"/>
                </a:solidFill>
                <a:latin typeface="Arial"/>
                <a:ea typeface="Arial"/>
                <a:cs typeface="Arial"/>
              </a:defRPr>
            </a:pPr>
            <a:r>
              <a:rPr sz="3225" b="1">
                <a:solidFill>
                  <a:srgbClr val="122B45"/>
                </a:solidFill>
                <a:latin typeface="Arial"/>
                <a:ea typeface="Arial"/>
                <a:cs typeface="Arial"/>
              </a:rPr>
              <a:t>a presentation</a:t>
            </a:r>
          </a:p>
        </p:txBody>
      </p:sp>
      <p:sp>
        <p:nvSpPr>
          <p:cNvPr id="4" name="context">
            <a:extLst xmlns:a="http://schemas.openxmlformats.org/drawingml/2006/main">
              <a:ext uri="{FF2B5EF4-FFF2-40B4-BE49-F238E27FC236}">
                <a16:creationId xmlns:a16="http://schemas.microsoft.com/office/drawing/2014/main" id="{619A3301-644C-4329-9498-150D83B68A02}"/>
              </a:ext>
            </a:extLst>
          </p:cNvPr>
          <p:cNvSpPr>
            <a:spLocks xmlns:a="http://schemas.openxmlformats.org/drawingml/2006/main" noGrp="1"/>
          </p:cNvSpPr>
          <p:nvPr/>
        </p:nvSpPr>
        <p:spPr>
          <a:xfrm xmlns:a="http://schemas.openxmlformats.org/drawingml/2006/main">
            <a:off x="762000" y="3714750"/>
            <a:ext cx="647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57A"/>
                </a:solidFill>
                <a:latin typeface="Arial"/>
                <a:ea typeface="Arial"/>
                <a:cs typeface="Arial"/>
              </a:defRPr>
            </a:defPPr>
          </a:lstStyle>
          <a:p xmlns:a="http://schemas.openxmlformats.org/drawingml/2006/main">
            <a:pPr>
              <a:buNone/>
              <a:defRPr sz="2175" b="0">
                <a:solidFill>
                  <a:srgbClr val="52657A"/>
                </a:solidFill>
                <a:latin typeface="Arial"/>
                <a:ea typeface="Arial"/>
                <a:cs typeface="Arial"/>
              </a:defRPr>
            </a:pPr>
            <a:r>
              <a:rPr sz="2175" b="0">
                <a:solidFill>
                  <a:srgbClr val="52657A"/>
                </a:solidFill>
                <a:latin typeface="Arial"/>
                <a:ea typeface="Arial"/>
                <a:cs typeface="Arial"/>
              </a:rPr>
              <a:t>Presenters have free hands, but often</a:t>
            </a:r>
          </a:p>
          <a:p xmlns:a="http://schemas.openxmlformats.org/drawingml/2006/main">
            <a:pPr>
              <a:buNone/>
              <a:defRPr sz="2175" b="0">
                <a:solidFill>
                  <a:srgbClr val="52657A"/>
                </a:solidFill>
                <a:latin typeface="Arial"/>
                <a:ea typeface="Arial"/>
                <a:cs typeface="Arial"/>
              </a:defRPr>
            </a:pPr>
            <a:r>
              <a:rPr sz="2175" b="0">
                <a:solidFill>
                  <a:srgbClr val="52657A"/>
                </a:solidFill>
                <a:latin typeface="Arial"/>
                <a:ea typeface="Arial"/>
                <a:cs typeface="Arial"/>
              </a:rPr>
              <a:t>stand away from their laptop.</a:t>
            </a:r>
          </a:p>
        </p:txBody>
      </p:sp>
      <p:sp>
        <p:nvSpPr>
          <p:cNvPr id="5" name="purpose">
            <a:extLst xmlns:a="http://schemas.openxmlformats.org/drawingml/2006/main">
              <a:ext uri="{FF2B5EF4-FFF2-40B4-BE49-F238E27FC236}">
                <a16:creationId xmlns:a16="http://schemas.microsoft.com/office/drawing/2014/main" id="{D14FBC6D-4278-4B91-8FBD-72249EA7DCC9}"/>
              </a:ext>
            </a:extLst>
          </p:cNvPr>
          <p:cNvSpPr>
            <a:spLocks xmlns:a="http://schemas.openxmlformats.org/drawingml/2006/main" noGrp="1"/>
          </p:cNvSpPr>
          <p:nvPr/>
        </p:nvSpPr>
        <p:spPr>
          <a:xfrm xmlns:a="http://schemas.openxmlformats.org/drawingml/2006/main">
            <a:off x="762000" y="5000625"/>
            <a:ext cx="647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1">
                <a:solidFill>
                  <a:srgbClr val="137C69"/>
                </a:solidFill>
                <a:latin typeface="Arial"/>
                <a:ea typeface="Arial"/>
                <a:cs typeface="Arial"/>
              </a:defRPr>
            </a:defPPr>
          </a:lstStyle>
          <a:p xmlns:a="http://schemas.openxmlformats.org/drawingml/2006/main">
            <a:pPr>
              <a:buNone/>
              <a:defRPr sz="2175" b="1">
                <a:solidFill>
                  <a:srgbClr val="137C69"/>
                </a:solidFill>
                <a:latin typeface="Arial"/>
                <a:ea typeface="Arial"/>
                <a:cs typeface="Arial"/>
              </a:defRPr>
            </a:pPr>
            <a:r>
              <a:rPr sz="2175" b="1">
                <a:solidFill>
                  <a:srgbClr val="137C69"/>
                </a:solidFill>
                <a:latin typeface="Arial"/>
                <a:ea typeface="Arial"/>
                <a:cs typeface="Arial"/>
              </a:rPr>
              <a:t>Our webcam demo replaces</a:t>
            </a:r>
          </a:p>
          <a:p xmlns:a="http://schemas.openxmlformats.org/drawingml/2006/main">
            <a:pPr>
              <a:buNone/>
              <a:defRPr sz="2175" b="1">
                <a:solidFill>
                  <a:srgbClr val="137C69"/>
                </a:solidFill>
                <a:latin typeface="Arial"/>
                <a:ea typeface="Arial"/>
                <a:cs typeface="Arial"/>
              </a:defRPr>
            </a:pPr>
            <a:r>
              <a:rPr sz="2175" b="1">
                <a:solidFill>
                  <a:srgbClr val="137C69"/>
                </a:solidFill>
                <a:latin typeface="Arial"/>
                <a:ea typeface="Arial"/>
                <a:cs typeface="Arial"/>
              </a:rPr>
              <a:t>a handheld clicker.</a:t>
            </a:r>
          </a:p>
        </p:txBody>
      </p:sp>
    </p:spTree>
    <p:extLst>
      <p:ext uri="{BB962C8B-B14F-4D97-AF65-F5344CB8AC3E}">
        <p14:creationId xmlns:p14="http://schemas.microsoft.com/office/powerpoint/2010/main" val="114504409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2" name="title">
            <a:extLst xmlns:a="http://schemas.openxmlformats.org/drawingml/2006/main">
              <a:ext uri="{FF2B5EF4-FFF2-40B4-BE49-F238E27FC236}">
                <a16:creationId xmlns:a16="http://schemas.microsoft.com/office/drawing/2014/main" id="{3A15AF33-A3A7-407D-A7F5-E82D1A5EA8CC}"/>
              </a:ext>
            </a:extLst>
          </p:cNvPr>
          <p:cNvSpPr>
            <a:spLocks xmlns:a="http://schemas.openxmlformats.org/drawingml/2006/main" noGrp="1"/>
          </p:cNvSpPr>
          <p:nvPr/>
        </p:nvSpPr>
        <p:spPr>
          <a:xfrm xmlns:a="http://schemas.openxmlformats.org/drawingml/2006/main">
            <a:off x="762000" y="619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22B45"/>
                </a:solidFill>
                <a:latin typeface="Arial"/>
                <a:ea typeface="Arial"/>
                <a:cs typeface="Arial"/>
              </a:defRPr>
            </a:defPPr>
          </a:lstStyle>
          <a:p xmlns:a="http://schemas.openxmlformats.org/drawingml/2006/main">
            <a:pPr>
              <a:buNone/>
              <a:defRPr sz="3600" b="1">
                <a:solidFill>
                  <a:srgbClr val="122B45"/>
                </a:solidFill>
                <a:latin typeface="Arial"/>
                <a:ea typeface="Arial"/>
                <a:cs typeface="Arial"/>
              </a:defRPr>
            </a:pPr>
            <a:r>
              <a:rPr sz="3600" b="1">
                <a:solidFill>
                  <a:srgbClr val="122B45"/>
                </a:solidFill>
                <a:latin typeface="Arial"/>
                <a:ea typeface="Arial"/>
                <a:cs typeface="Arial"/>
              </a:rPr>
              <a:t>Gesture controls</a:t>
            </a:r>
          </a:p>
        </p:txBody>
      </p:sp>
      <p:sp>
        <p:nvSpPr>
          <p:cNvPr id="2" name="page">
            <a:extLst xmlns:a="http://schemas.openxmlformats.org/drawingml/2006/main">
              <a:ext uri="{FF2B5EF4-FFF2-40B4-BE49-F238E27FC236}">
                <a16:creationId xmlns:a16="http://schemas.microsoft.com/office/drawing/2014/main" id="{B78B8EF3-BE65-41EC-ABB3-395D3C2DE179}"/>
              </a:ext>
            </a:extLst>
          </p:cNvPr>
          <p:cNvSpPr>
            <a:spLocks xmlns:a="http://schemas.openxmlformats.org/drawingml/2006/main" noGrp="1"/>
          </p:cNvSpPr>
          <p:nvPr/>
        </p:nvSpPr>
        <p:spPr>
          <a:xfrm xmlns:a="http://schemas.openxmlformats.org/drawingml/2006/main">
            <a:off x="11001375" y="61341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A"/>
                </a:solidFill>
                <a:latin typeface="Arial"/>
                <a:ea typeface="Arial"/>
                <a:cs typeface="Arial"/>
              </a:defRPr>
            </a:defPPr>
          </a:lstStyle>
          <a:p xmlns:a="http://schemas.openxmlformats.org/drawingml/2006/main">
            <a:pPr>
              <a:buNone/>
              <a:defRPr sz="1500" b="0">
                <a:solidFill>
                  <a:srgbClr val="52657A"/>
                </a:solidFill>
                <a:latin typeface="Arial"/>
                <a:ea typeface="Arial"/>
                <a:cs typeface="Arial"/>
              </a:defRPr>
            </a:pPr>
            <a:r>
              <a:rPr sz="1500" b="0">
                <a:solidFill>
                  <a:srgbClr val="52657A"/>
                </a:solidFill>
                <a:latin typeface="Arial"/>
                <a:ea typeface="Arial"/>
                <a:cs typeface="Arial"/>
              </a:rPr>
              <a:t>03</a:t>
            </a:r>
          </a:p>
        </p:txBody>
      </p:sp>
      <p:sp>
        <p:nvSpPr>
          <p:cNvPr id="3" name="gesture-0">
            <a:extLst xmlns:a="http://schemas.openxmlformats.org/drawingml/2006/main">
              <a:ext uri="{FF2B5EF4-FFF2-40B4-BE49-F238E27FC236}">
                <a16:creationId xmlns:a16="http://schemas.microsoft.com/office/drawing/2014/main" id="{D9F3EDA5-7B12-4D0A-97ED-B8D425FDA07C}"/>
              </a:ext>
            </a:extLst>
          </p:cNvPr>
          <p:cNvSpPr>
            <a:spLocks xmlns:a="http://schemas.openxmlformats.org/drawingml/2006/main" noGrp="1"/>
          </p:cNvSpPr>
          <p:nvPr/>
        </p:nvSpPr>
        <p:spPr>
          <a:xfrm xmlns:a="http://schemas.openxmlformats.org/drawingml/2006/main">
            <a:off x="762000" y="18859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2B45"/>
                </a:solidFill>
                <a:latin typeface="Arial"/>
                <a:ea typeface="Arial"/>
                <a:cs typeface="Arial"/>
              </a:defRPr>
            </a:defPPr>
          </a:lstStyle>
          <a:p xmlns:a="http://schemas.openxmlformats.org/drawingml/2006/main">
            <a:pPr>
              <a:buNone/>
              <a:defRPr sz="2325" b="1">
                <a:solidFill>
                  <a:srgbClr val="122B45"/>
                </a:solidFill>
                <a:latin typeface="Arial"/>
                <a:ea typeface="Arial"/>
                <a:cs typeface="Arial"/>
              </a:defRPr>
            </a:pPr>
            <a:r>
              <a:rPr sz="2325" b="1">
                <a:solidFill>
                  <a:srgbClr val="122B45"/>
                </a:solidFill>
                <a:latin typeface="Arial"/>
                <a:ea typeface="Arial"/>
                <a:cs typeface="Arial"/>
              </a:rPr>
              <a:t>Index + middle, swipe right</a:t>
            </a:r>
          </a:p>
        </p:txBody>
      </p:sp>
      <p:sp>
        <p:nvSpPr>
          <p:cNvPr id="4" name="action-0">
            <a:extLst xmlns:a="http://schemas.openxmlformats.org/drawingml/2006/main">
              <a:ext uri="{FF2B5EF4-FFF2-40B4-BE49-F238E27FC236}">
                <a16:creationId xmlns:a16="http://schemas.microsoft.com/office/drawing/2014/main" id="{D1FBC2B3-4BCF-4594-86F7-C856E6DBCF92}"/>
              </a:ext>
            </a:extLst>
          </p:cNvPr>
          <p:cNvSpPr>
            <a:spLocks xmlns:a="http://schemas.openxmlformats.org/drawingml/2006/main" noGrp="1"/>
          </p:cNvSpPr>
          <p:nvPr/>
        </p:nvSpPr>
        <p:spPr>
          <a:xfrm xmlns:a="http://schemas.openxmlformats.org/drawingml/2006/main">
            <a:off x="7429500" y="188595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7C69"/>
                </a:solidFill>
                <a:latin typeface="Arial"/>
                <a:ea typeface="Arial"/>
                <a:cs typeface="Arial"/>
              </a:defRPr>
            </a:defPPr>
          </a:lstStyle>
          <a:p xmlns:a="http://schemas.openxmlformats.org/drawingml/2006/main">
            <a:pPr>
              <a:buNone/>
              <a:defRPr sz="2325" b="0">
                <a:solidFill>
                  <a:srgbClr val="137C69"/>
                </a:solidFill>
                <a:latin typeface="Arial"/>
                <a:ea typeface="Arial"/>
                <a:cs typeface="Arial"/>
              </a:defRPr>
            </a:pPr>
            <a:r>
              <a:rPr sz="2325" b="0">
                <a:solidFill>
                  <a:srgbClr val="137C69"/>
                </a:solidFill>
                <a:latin typeface="Arial"/>
                <a:ea typeface="Arial"/>
                <a:cs typeface="Arial"/>
              </a:rPr>
              <a:t>Next slide</a:t>
            </a:r>
          </a:p>
        </p:txBody>
      </p:sp>
      <p:sp>
        <p:nvSpPr>
          <p:cNvPr id="5" name="gesture-1">
            <a:extLst xmlns:a="http://schemas.openxmlformats.org/drawingml/2006/main">
              <a:ext uri="{FF2B5EF4-FFF2-40B4-BE49-F238E27FC236}">
                <a16:creationId xmlns:a16="http://schemas.microsoft.com/office/drawing/2014/main" id="{88A8B00B-DDF7-4795-9B22-5BC68D2E9E7A}"/>
              </a:ext>
            </a:extLst>
          </p:cNvPr>
          <p:cNvSpPr>
            <a:spLocks xmlns:a="http://schemas.openxmlformats.org/drawingml/2006/main" noGrp="1"/>
          </p:cNvSpPr>
          <p:nvPr/>
        </p:nvSpPr>
        <p:spPr>
          <a:xfrm xmlns:a="http://schemas.openxmlformats.org/drawingml/2006/main">
            <a:off x="762000" y="27051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2B45"/>
                </a:solidFill>
                <a:latin typeface="Arial"/>
                <a:ea typeface="Arial"/>
                <a:cs typeface="Arial"/>
              </a:defRPr>
            </a:defPPr>
          </a:lstStyle>
          <a:p xmlns:a="http://schemas.openxmlformats.org/drawingml/2006/main">
            <a:pPr>
              <a:buNone/>
              <a:defRPr sz="2325" b="1">
                <a:solidFill>
                  <a:srgbClr val="122B45"/>
                </a:solidFill>
                <a:latin typeface="Arial"/>
                <a:ea typeface="Arial"/>
                <a:cs typeface="Arial"/>
              </a:defRPr>
            </a:pPr>
            <a:r>
              <a:rPr sz="2325" b="1">
                <a:solidFill>
                  <a:srgbClr val="122B45"/>
                </a:solidFill>
                <a:latin typeface="Arial"/>
                <a:ea typeface="Arial"/>
                <a:cs typeface="Arial"/>
              </a:rPr>
              <a:t>Only index, swipe left</a:t>
            </a:r>
          </a:p>
        </p:txBody>
      </p:sp>
      <p:sp>
        <p:nvSpPr>
          <p:cNvPr id="6" name="action-1">
            <a:extLst xmlns:a="http://schemas.openxmlformats.org/drawingml/2006/main">
              <a:ext uri="{FF2B5EF4-FFF2-40B4-BE49-F238E27FC236}">
                <a16:creationId xmlns:a16="http://schemas.microsoft.com/office/drawing/2014/main" id="{1DA41674-A33C-41B4-AF82-C397C8DB574A}"/>
              </a:ext>
            </a:extLst>
          </p:cNvPr>
          <p:cNvSpPr>
            <a:spLocks xmlns:a="http://schemas.openxmlformats.org/drawingml/2006/main" noGrp="1"/>
          </p:cNvSpPr>
          <p:nvPr/>
        </p:nvSpPr>
        <p:spPr>
          <a:xfrm xmlns:a="http://schemas.openxmlformats.org/drawingml/2006/main">
            <a:off x="7429500" y="270510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7C69"/>
                </a:solidFill>
                <a:latin typeface="Arial"/>
                <a:ea typeface="Arial"/>
                <a:cs typeface="Arial"/>
              </a:defRPr>
            </a:defPPr>
          </a:lstStyle>
          <a:p xmlns:a="http://schemas.openxmlformats.org/drawingml/2006/main">
            <a:pPr>
              <a:buNone/>
              <a:defRPr sz="2325" b="0">
                <a:solidFill>
                  <a:srgbClr val="137C69"/>
                </a:solidFill>
                <a:latin typeface="Arial"/>
                <a:ea typeface="Arial"/>
                <a:cs typeface="Arial"/>
              </a:defRPr>
            </a:pPr>
            <a:r>
              <a:rPr sz="2325" b="0">
                <a:solidFill>
                  <a:srgbClr val="137C69"/>
                </a:solidFill>
                <a:latin typeface="Arial"/>
                <a:ea typeface="Arial"/>
                <a:cs typeface="Arial"/>
              </a:rPr>
              <a:t>Previous slide</a:t>
            </a:r>
          </a:p>
        </p:txBody>
      </p:sp>
      <p:sp>
        <p:nvSpPr>
          <p:cNvPr id="7" name="gesture-2">
            <a:extLst xmlns:a="http://schemas.openxmlformats.org/drawingml/2006/main">
              <a:ext uri="{FF2B5EF4-FFF2-40B4-BE49-F238E27FC236}">
                <a16:creationId xmlns:a16="http://schemas.microsoft.com/office/drawing/2014/main" id="{33BE9378-E4BF-4F23-A8A4-BBE23BD72452}"/>
              </a:ext>
            </a:extLst>
          </p:cNvPr>
          <p:cNvSpPr>
            <a:spLocks xmlns:a="http://schemas.openxmlformats.org/drawingml/2006/main" noGrp="1"/>
          </p:cNvSpPr>
          <p:nvPr/>
        </p:nvSpPr>
        <p:spPr>
          <a:xfrm xmlns:a="http://schemas.openxmlformats.org/drawingml/2006/main">
            <a:off x="762000" y="352425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2B45"/>
                </a:solidFill>
                <a:latin typeface="Arial"/>
                <a:ea typeface="Arial"/>
                <a:cs typeface="Arial"/>
              </a:defRPr>
            </a:defPPr>
          </a:lstStyle>
          <a:p xmlns:a="http://schemas.openxmlformats.org/drawingml/2006/main">
            <a:pPr>
              <a:buNone/>
              <a:defRPr sz="2325" b="1">
                <a:solidFill>
                  <a:srgbClr val="122B45"/>
                </a:solidFill>
                <a:latin typeface="Arial"/>
                <a:ea typeface="Arial"/>
                <a:cs typeface="Arial"/>
              </a:defRPr>
            </a:pPr>
            <a:r>
              <a:rPr sz="2325" b="1">
                <a:solidFill>
                  <a:srgbClr val="122B45"/>
                </a:solidFill>
                <a:latin typeface="Arial"/>
                <a:ea typeface="Arial"/>
                <a:cs typeface="Arial"/>
              </a:rPr>
              <a:t>Closed fist</a:t>
            </a:r>
          </a:p>
        </p:txBody>
      </p:sp>
      <p:sp>
        <p:nvSpPr>
          <p:cNvPr id="8" name="action-2">
            <a:extLst xmlns:a="http://schemas.openxmlformats.org/drawingml/2006/main">
              <a:ext uri="{FF2B5EF4-FFF2-40B4-BE49-F238E27FC236}">
                <a16:creationId xmlns:a16="http://schemas.microsoft.com/office/drawing/2014/main" id="{A94DF403-DE72-4FD0-85A8-A72539B15319}"/>
              </a:ext>
            </a:extLst>
          </p:cNvPr>
          <p:cNvSpPr>
            <a:spLocks xmlns:a="http://schemas.openxmlformats.org/drawingml/2006/main" noGrp="1"/>
          </p:cNvSpPr>
          <p:nvPr/>
        </p:nvSpPr>
        <p:spPr>
          <a:xfrm xmlns:a="http://schemas.openxmlformats.org/drawingml/2006/main">
            <a:off x="7429500" y="352425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7C69"/>
                </a:solidFill>
                <a:latin typeface="Arial"/>
                <a:ea typeface="Arial"/>
                <a:cs typeface="Arial"/>
              </a:defRPr>
            </a:defPPr>
          </a:lstStyle>
          <a:p xmlns:a="http://schemas.openxmlformats.org/drawingml/2006/main">
            <a:pPr>
              <a:buNone/>
              <a:defRPr sz="2325" b="0">
                <a:solidFill>
                  <a:srgbClr val="137C69"/>
                </a:solidFill>
                <a:latin typeface="Arial"/>
                <a:ea typeface="Arial"/>
                <a:cs typeface="Arial"/>
              </a:defRPr>
            </a:pPr>
            <a:r>
              <a:rPr sz="2325" b="0">
                <a:solidFill>
                  <a:srgbClr val="137C69"/>
                </a:solidFill>
                <a:latin typeface="Arial"/>
                <a:ea typeface="Arial"/>
                <a:cs typeface="Arial"/>
              </a:rPr>
              <a:t>Pause video</a:t>
            </a:r>
          </a:p>
        </p:txBody>
      </p:sp>
      <p:sp>
        <p:nvSpPr>
          <p:cNvPr id="9" name="gesture-3">
            <a:extLst xmlns:a="http://schemas.openxmlformats.org/drawingml/2006/main">
              <a:ext uri="{FF2B5EF4-FFF2-40B4-BE49-F238E27FC236}">
                <a16:creationId xmlns:a16="http://schemas.microsoft.com/office/drawing/2014/main" id="{C3F9238B-53E8-49D5-95D5-E833A22ADCFE}"/>
              </a:ext>
            </a:extLst>
          </p:cNvPr>
          <p:cNvSpPr>
            <a:spLocks xmlns:a="http://schemas.openxmlformats.org/drawingml/2006/main" noGrp="1"/>
          </p:cNvSpPr>
          <p:nvPr/>
        </p:nvSpPr>
        <p:spPr>
          <a:xfrm xmlns:a="http://schemas.openxmlformats.org/drawingml/2006/main">
            <a:off x="762000" y="4343400"/>
            <a:ext cx="619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1">
                <a:solidFill>
                  <a:srgbClr val="122B45"/>
                </a:solidFill>
                <a:latin typeface="Arial"/>
                <a:ea typeface="Arial"/>
                <a:cs typeface="Arial"/>
              </a:defRPr>
            </a:defPPr>
          </a:lstStyle>
          <a:p xmlns:a="http://schemas.openxmlformats.org/drawingml/2006/main">
            <a:pPr>
              <a:buNone/>
              <a:defRPr sz="2325" b="1">
                <a:solidFill>
                  <a:srgbClr val="122B45"/>
                </a:solidFill>
                <a:latin typeface="Arial"/>
                <a:ea typeface="Arial"/>
                <a:cs typeface="Arial"/>
              </a:defRPr>
            </a:pPr>
            <a:r>
              <a:rPr sz="2325" b="1">
                <a:solidFill>
                  <a:srgbClr val="122B45"/>
                </a:solidFill>
                <a:latin typeface="Arial"/>
                <a:ea typeface="Arial"/>
                <a:cs typeface="Arial"/>
              </a:rPr>
              <a:t>Full open palm, hold 0.6 seconds</a:t>
            </a:r>
          </a:p>
        </p:txBody>
      </p:sp>
      <p:sp>
        <p:nvSpPr>
          <p:cNvPr id="10" name="action-3">
            <a:extLst xmlns:a="http://schemas.openxmlformats.org/drawingml/2006/main">
              <a:ext uri="{FF2B5EF4-FFF2-40B4-BE49-F238E27FC236}">
                <a16:creationId xmlns:a16="http://schemas.microsoft.com/office/drawing/2014/main" id="{AFF06BE1-4635-41C7-996C-45FF5109DF57}"/>
              </a:ext>
            </a:extLst>
          </p:cNvPr>
          <p:cNvSpPr>
            <a:spLocks xmlns:a="http://schemas.openxmlformats.org/drawingml/2006/main" noGrp="1"/>
          </p:cNvSpPr>
          <p:nvPr/>
        </p:nvSpPr>
        <p:spPr>
          <a:xfrm xmlns:a="http://schemas.openxmlformats.org/drawingml/2006/main">
            <a:off x="7429500" y="4343400"/>
            <a:ext cx="3810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37C69"/>
                </a:solidFill>
                <a:latin typeface="Arial"/>
                <a:ea typeface="Arial"/>
                <a:cs typeface="Arial"/>
              </a:defRPr>
            </a:defPPr>
          </a:lstStyle>
          <a:p xmlns:a="http://schemas.openxmlformats.org/drawingml/2006/main">
            <a:pPr>
              <a:buNone/>
              <a:defRPr sz="2325" b="0">
                <a:solidFill>
                  <a:srgbClr val="137C69"/>
                </a:solidFill>
                <a:latin typeface="Arial"/>
                <a:ea typeface="Arial"/>
                <a:cs typeface="Arial"/>
              </a:defRPr>
            </a:pPr>
            <a:r>
              <a:rPr sz="2325" b="0">
                <a:solidFill>
                  <a:srgbClr val="137C69"/>
                </a:solidFill>
                <a:latin typeface="Arial"/>
                <a:ea typeface="Arial"/>
                <a:cs typeface="Arial"/>
              </a:rPr>
              <a:t>Play video</a:t>
            </a:r>
          </a:p>
        </p:txBody>
      </p:sp>
      <p:sp>
        <p:nvSpPr>
          <p:cNvPr id="11" name="rearm">
            <a:extLst xmlns:a="http://schemas.openxmlformats.org/drawingml/2006/main">
              <a:ext uri="{FF2B5EF4-FFF2-40B4-BE49-F238E27FC236}">
                <a16:creationId xmlns:a16="http://schemas.microsoft.com/office/drawing/2014/main" id="{CD1B1681-D2A9-49E1-BB1C-3FFD27C34858}"/>
              </a:ext>
            </a:extLst>
          </p:cNvPr>
          <p:cNvSpPr>
            <a:spLocks xmlns:a="http://schemas.openxmlformats.org/drawingml/2006/main" noGrp="1"/>
          </p:cNvSpPr>
          <p:nvPr/>
        </p:nvSpPr>
        <p:spPr>
          <a:xfrm xmlns:a="http://schemas.openxmlformats.org/drawingml/2006/main">
            <a:off x="762000" y="5543550"/>
            <a:ext cx="10668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00" b="0">
                <a:solidFill>
                  <a:srgbClr val="52657A"/>
                </a:solidFill>
                <a:latin typeface="Arial"/>
                <a:ea typeface="Arial"/>
                <a:cs typeface="Arial"/>
              </a:defRPr>
            </a:defPPr>
          </a:lstStyle>
          <a:p xmlns:a="http://schemas.openxmlformats.org/drawingml/2006/main">
            <a:pPr>
              <a:buNone/>
              <a:defRPr sz="1800" b="0">
                <a:solidFill>
                  <a:srgbClr val="52657A"/>
                </a:solidFill>
                <a:latin typeface="Arial"/>
                <a:ea typeface="Arial"/>
                <a:cs typeface="Arial"/>
              </a:defRPr>
            </a:pPr>
            <a:r>
              <a:rPr sz="1800" b="0">
                <a:solidFill>
                  <a:srgbClr val="52657A"/>
                </a:solidFill>
                <a:latin typeface="Arial"/>
                <a:ea typeface="Arial"/>
                <a:cs typeface="Arial"/>
              </a:rPr>
              <a:t>Keep the finger pose to repeat. Both directions use the same sensitivity.</a:t>
            </a:r>
          </a:p>
        </p:txBody>
      </p:sp>
    </p:spTree>
    <p:extLst>
      <p:ext uri="{BB962C8B-B14F-4D97-AF65-F5344CB8AC3E}">
        <p14:creationId xmlns:p14="http://schemas.microsoft.com/office/powerpoint/2010/main" val="1216536739"/>
      </p:ext>
    </p:extLst>
  </p:cSld>
</p:sld>
</file>

<file path=ppt/slides/slide4.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04A8BF0C-161D-4EC8-9E7A-FCC84C140316}"/>
              </a:ext>
            </a:extLst>
          </p:cNvPr>
          <p:cNvSpPr>
            <a:spLocks xmlns:a="http://schemas.openxmlformats.org/drawingml/2006/main" noGrp="1"/>
          </p:cNvSpPr>
          <p:nvPr/>
        </p:nvSpPr>
        <p:spPr>
          <a:xfrm xmlns:a="http://schemas.openxmlformats.org/drawingml/2006/main">
            <a:off x="762000" y="619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22B45"/>
                </a:solidFill>
                <a:latin typeface="Arial"/>
                <a:ea typeface="Arial"/>
                <a:cs typeface="Arial"/>
              </a:defRPr>
            </a:defPPr>
          </a:lstStyle>
          <a:p xmlns:a="http://schemas.openxmlformats.org/drawingml/2006/main">
            <a:pPr>
              <a:buNone/>
              <a:defRPr sz="3600" b="1">
                <a:solidFill>
                  <a:srgbClr val="122B45"/>
                </a:solidFill>
                <a:latin typeface="Arial"/>
                <a:ea typeface="Arial"/>
                <a:cs typeface="Arial"/>
              </a:defRPr>
            </a:pPr>
            <a:r>
              <a:rPr sz="3600" b="1">
                <a:solidFill>
                  <a:srgbClr val="122B45"/>
                </a:solidFill>
                <a:latin typeface="Arial"/>
                <a:ea typeface="Arial"/>
                <a:cs typeface="Arial"/>
              </a:rPr>
              <a:t>Video demo</a:t>
            </a:r>
          </a:p>
        </p:txBody>
      </p:sp>
      <p:sp>
        <p:nvSpPr>
          <p:cNvPr id="2" name="page">
            <a:extLst xmlns:a="http://schemas.openxmlformats.org/drawingml/2006/main">
              <a:ext uri="{FF2B5EF4-FFF2-40B4-BE49-F238E27FC236}">
                <a16:creationId xmlns:a16="http://schemas.microsoft.com/office/drawing/2014/main" id="{76CED2FA-E1DA-4922-A155-6B0138917019}"/>
              </a:ext>
            </a:extLst>
          </p:cNvPr>
          <p:cNvSpPr>
            <a:spLocks xmlns:a="http://schemas.openxmlformats.org/drawingml/2006/main" noGrp="1"/>
          </p:cNvSpPr>
          <p:nvPr/>
        </p:nvSpPr>
        <p:spPr>
          <a:xfrm xmlns:a="http://schemas.openxmlformats.org/drawingml/2006/main">
            <a:off x="11001375" y="61341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A"/>
                </a:solidFill>
                <a:latin typeface="Arial"/>
                <a:ea typeface="Arial"/>
                <a:cs typeface="Arial"/>
              </a:defRPr>
            </a:defPPr>
          </a:lstStyle>
          <a:p xmlns:a="http://schemas.openxmlformats.org/drawingml/2006/main">
            <a:pPr>
              <a:buNone/>
              <a:defRPr sz="1500" b="0">
                <a:solidFill>
                  <a:srgbClr val="52657A"/>
                </a:solidFill>
                <a:latin typeface="Arial"/>
                <a:ea typeface="Arial"/>
                <a:cs typeface="Arial"/>
              </a:defRPr>
            </a:pPr>
            <a:r>
              <a:rPr sz="1500" b="0">
                <a:solidFill>
                  <a:srgbClr val="52657A"/>
                </a:solidFill>
                <a:latin typeface="Arial"/>
                <a:ea typeface="Arial"/>
                <a:cs typeface="Arial"/>
              </a:rPr>
              <a:t>04</a:t>
            </a:r>
          </a:p>
        </p:txBody>
      </p:sp>
      <p:sp>
        <p:nvSpPr>
          <p:cNvPr id="3" name="instructions">
            <a:extLst xmlns:a="http://schemas.openxmlformats.org/drawingml/2006/main">
              <a:ext uri="{FF2B5EF4-FFF2-40B4-BE49-F238E27FC236}">
                <a16:creationId xmlns:a16="http://schemas.microsoft.com/office/drawing/2014/main" id="{EC61DCD5-7A29-46FF-92ED-FB81DA79DB69}"/>
              </a:ext>
            </a:extLst>
          </p:cNvPr>
          <p:cNvSpPr>
            <a:spLocks xmlns:a="http://schemas.openxmlformats.org/drawingml/2006/main" noGrp="1"/>
          </p:cNvSpPr>
          <p:nvPr/>
        </p:nvSpPr>
        <p:spPr>
          <a:xfrm xmlns:a="http://schemas.openxmlformats.org/drawingml/2006/main">
            <a:off x="762000" y="138112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52657A"/>
                </a:solidFill>
                <a:latin typeface="Arial"/>
                <a:ea typeface="Arial"/>
                <a:cs typeface="Arial"/>
              </a:defRPr>
            </a:defPPr>
          </a:lstStyle>
          <a:p xmlns:a="http://schemas.openxmlformats.org/drawingml/2006/main">
            <a:pPr>
              <a:buNone/>
              <a:defRPr sz="2175" b="0">
                <a:solidFill>
                  <a:srgbClr val="52657A"/>
                </a:solidFill>
                <a:latin typeface="Arial"/>
                <a:ea typeface="Arial"/>
                <a:cs typeface="Arial"/>
              </a:defRPr>
            </a:pPr>
            <a:r>
              <a:rPr sz="2175" b="0">
                <a:solidFill>
                  <a:srgbClr val="52657A"/>
                </a:solidFill>
                <a:latin typeface="Arial"/>
                <a:ea typeface="Arial"/>
                <a:cs typeface="Arial"/>
              </a:rPr>
              <a:t>Fist to pause. Open your whole palm and hold to play.</a:t>
            </a:r>
          </a:p>
        </p:txBody>
      </p:sp>
      <p:pic>
        <p:nvPicPr>
          <p:cNvPr id="4" name="Demo video">
            <a:extLst xmlns:a="http://schemas.openxmlformats.org/drawingml/2006/main">
              <a:ext uri="{FF2B5EF4-FFF2-40B4-BE49-F238E27FC236}">
                <a16:creationId xmlns:a16="http://schemas.microsoft.com/office/drawing/2014/main" id="{97DDAE00-5B1F-4E7C-9272-D18836CD1DE0}"/>
              </a:ext>
            </a:extLst>
            <ns0:hlinkClick xmlns:ns0="http://schemas.openxmlformats.org/drawingml/2006/main" action="ppaction://media"/>
          </p:cNvPr>
          <p:cNvPicPr>
            <a:picLocks xmlns:a="http://schemas.openxmlformats.org/drawingml/2006/main" noChangeAspect="1"/>
          </p:cNvPicPr>
          <p:nvPr>
            <ns1:videoFile xmlns:ns1="http://schemas.openxmlformats.org/drawingml/2006/main" xmlns:ns2="http://schemas.openxmlformats.org/officeDocument/2006/relationships" ns2:link="rIdDemoVideo"/>
            <p:extLst>
              <p:ext uri="{DAA4B4D4-6D71-4841-9C94-3DE7FCFB9230}">
                <p14:media xmlns:p14="http://schemas.microsoft.com/office/powerpoint/2010/main" xmlns:ns3="http://schemas.openxmlformats.org/officeDocument/2006/relationships" ns3:embed="rIdDemoMedia"/>
              </p:ext>
            </p:extLst>
          </p:nvPr>
        </p:nvPicPr>
        <p:blipFill>
          <a:blip xmlns:r="http://schemas.openxmlformats.org/officeDocument/2006/relationships" xmlns:a="http://schemas.openxmlformats.org/drawingml/2006/main" r:embed="R57e0535180d6468c"/>
          <a:stretch xmlns:a="http://schemas.openxmlformats.org/drawingml/2006/main"/>
        </p:blipFill>
        <p:spPr>
          <a:xfrm xmlns:a="http://schemas.openxmlformats.org/drawingml/2006/main">
            <a:off x="762000" y="2114550"/>
            <a:ext cx="7315200" cy="4114800"/>
          </a:xfrm>
          <a:prstGeom xmlns:a="http://schemas.openxmlformats.org/drawingml/2006/main" prst="rect">
            <a:avLst/>
          </a:prstGeom>
        </p:spPr>
      </p:pic>
      <p:sp>
        <p:nvSpPr>
          <p:cNvPr id="5" name="fist">
            <a:extLst xmlns:a="http://schemas.openxmlformats.org/drawingml/2006/main">
              <a:ext uri="{FF2B5EF4-FFF2-40B4-BE49-F238E27FC236}">
                <a16:creationId xmlns:a16="http://schemas.microsoft.com/office/drawing/2014/main" id="{0457019D-FCCD-4872-82CA-9DC5A0E9F8A9}"/>
              </a:ext>
            </a:extLst>
          </p:cNvPr>
          <p:cNvSpPr>
            <a:spLocks xmlns:a="http://schemas.openxmlformats.org/drawingml/2006/main" noGrp="1"/>
          </p:cNvSpPr>
          <p:nvPr/>
        </p:nvSpPr>
        <p:spPr>
          <a:xfrm xmlns:a="http://schemas.openxmlformats.org/drawingml/2006/main">
            <a:off x="8620125" y="2333625"/>
            <a:ext cx="285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1">
                <a:solidFill>
                  <a:srgbClr val="122B45"/>
                </a:solidFill>
                <a:latin typeface="Arial"/>
                <a:ea typeface="Arial"/>
                <a:cs typeface="Arial"/>
              </a:defRPr>
            </a:defPPr>
          </a:lstStyle>
          <a:p xmlns:a="http://schemas.openxmlformats.org/drawingml/2006/main">
            <a:pPr>
              <a:buNone/>
              <a:defRPr sz="2400" b="1">
                <a:solidFill>
                  <a:srgbClr val="122B45"/>
                </a:solidFill>
                <a:latin typeface="Arial"/>
                <a:ea typeface="Arial"/>
                <a:cs typeface="Arial"/>
              </a:defRPr>
            </a:pPr>
            <a:r>
              <a:rPr sz="2400" b="1">
                <a:solidFill>
                  <a:srgbClr val="122B45"/>
                </a:solidFill>
                <a:latin typeface="Arial"/>
                <a:ea typeface="Arial"/>
                <a:cs typeface="Arial"/>
              </a:rPr>
              <a:t>Fist</a:t>
            </a:r>
          </a:p>
        </p:txBody>
      </p:sp>
      <p:sp>
        <p:nvSpPr>
          <p:cNvPr id="6" name="play">
            <a:extLst xmlns:a="http://schemas.openxmlformats.org/drawingml/2006/main">
              <a:ext uri="{FF2B5EF4-FFF2-40B4-BE49-F238E27FC236}">
                <a16:creationId xmlns:a16="http://schemas.microsoft.com/office/drawing/2014/main" id="{213C44E1-69BF-4528-ACAF-B1EDE2823BE8}"/>
              </a:ext>
            </a:extLst>
          </p:cNvPr>
          <p:cNvSpPr>
            <a:spLocks xmlns:a="http://schemas.openxmlformats.org/drawingml/2006/main" noGrp="1"/>
          </p:cNvSpPr>
          <p:nvPr/>
        </p:nvSpPr>
        <p:spPr>
          <a:xfrm xmlns:a="http://schemas.openxmlformats.org/drawingml/2006/main">
            <a:off x="8620125" y="2809875"/>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A"/>
                </a:solidFill>
                <a:latin typeface="Arial"/>
                <a:ea typeface="Arial"/>
                <a:cs typeface="Arial"/>
              </a:defRPr>
            </a:defPPr>
          </a:lstStyle>
          <a:p xmlns:a="http://schemas.openxmlformats.org/drawingml/2006/main">
            <a:pPr>
              <a:buNone/>
              <a:defRPr sz="2025" b="0">
                <a:solidFill>
                  <a:srgbClr val="52657A"/>
                </a:solidFill>
                <a:latin typeface="Arial"/>
                <a:ea typeface="Arial"/>
                <a:cs typeface="Arial"/>
              </a:defRPr>
            </a:pPr>
            <a:r>
              <a:rPr sz="2025" b="0">
                <a:solidFill>
                  <a:srgbClr val="52657A"/>
                </a:solidFill>
                <a:latin typeface="Arial"/>
                <a:ea typeface="Arial"/>
                <a:cs typeface="Arial"/>
              </a:rPr>
              <a:t>Pause video</a:t>
            </a:r>
          </a:p>
        </p:txBody>
      </p:sp>
      <p:sp>
        <p:nvSpPr>
          <p:cNvPr id="7" name="release">
            <a:extLst xmlns:a="http://schemas.openxmlformats.org/drawingml/2006/main">
              <a:ext uri="{FF2B5EF4-FFF2-40B4-BE49-F238E27FC236}">
                <a16:creationId xmlns:a16="http://schemas.microsoft.com/office/drawing/2014/main" id="{A187A0D9-C964-41E6-9401-3D074A523A07}"/>
              </a:ext>
            </a:extLst>
          </p:cNvPr>
          <p:cNvSpPr>
            <a:spLocks xmlns:a="http://schemas.openxmlformats.org/drawingml/2006/main" noGrp="1"/>
          </p:cNvSpPr>
          <p:nvPr/>
        </p:nvSpPr>
        <p:spPr>
          <a:xfrm xmlns:a="http://schemas.openxmlformats.org/drawingml/2006/main">
            <a:off x="8620125" y="37528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250" b="1">
                <a:solidFill>
                  <a:srgbClr val="122B45"/>
                </a:solidFill>
                <a:latin typeface="Arial"/>
                <a:ea typeface="Arial"/>
                <a:cs typeface="Arial"/>
              </a:defRPr>
            </a:defPPr>
          </a:lstStyle>
          <a:p xmlns:a="http://schemas.openxmlformats.org/drawingml/2006/main">
            <a:pPr>
              <a:buNone/>
              <a:defRPr sz="2250" b="1">
                <a:solidFill>
                  <a:srgbClr val="122B45"/>
                </a:solidFill>
                <a:latin typeface="Arial"/>
                <a:ea typeface="Arial"/>
                <a:cs typeface="Arial"/>
              </a:defRPr>
            </a:pPr>
            <a:r>
              <a:rPr sz="2250" b="1">
                <a:solidFill>
                  <a:srgbClr val="122B45"/>
                </a:solidFill>
                <a:latin typeface="Arial"/>
                <a:ea typeface="Arial"/>
                <a:cs typeface="Arial"/>
              </a:rPr>
              <a:t>Open palm</a:t>
            </a:r>
          </a:p>
        </p:txBody>
      </p:sp>
      <p:sp>
        <p:nvSpPr>
          <p:cNvPr id="8" name="resume">
            <a:extLst xmlns:a="http://schemas.openxmlformats.org/drawingml/2006/main">
              <a:ext uri="{FF2B5EF4-FFF2-40B4-BE49-F238E27FC236}">
                <a16:creationId xmlns:a16="http://schemas.microsoft.com/office/drawing/2014/main" id="{CBCB2AA7-55FF-42BD-A959-7E4B13B3B36E}"/>
              </a:ext>
            </a:extLst>
          </p:cNvPr>
          <p:cNvSpPr>
            <a:spLocks xmlns:a="http://schemas.openxmlformats.org/drawingml/2006/main" noGrp="1"/>
          </p:cNvSpPr>
          <p:nvPr/>
        </p:nvSpPr>
        <p:spPr>
          <a:xfrm xmlns:a="http://schemas.openxmlformats.org/drawingml/2006/main">
            <a:off x="8620125" y="46672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025" b="0">
                <a:solidFill>
                  <a:srgbClr val="52657A"/>
                </a:solidFill>
                <a:latin typeface="Arial"/>
                <a:ea typeface="Arial"/>
                <a:cs typeface="Arial"/>
              </a:defRPr>
            </a:defPPr>
          </a:lstStyle>
          <a:p xmlns:a="http://schemas.openxmlformats.org/drawingml/2006/main">
            <a:pPr>
              <a:buNone/>
              <a:defRPr sz="2025" b="0">
                <a:solidFill>
                  <a:srgbClr val="52657A"/>
                </a:solidFill>
                <a:latin typeface="Arial"/>
                <a:ea typeface="Arial"/>
                <a:cs typeface="Arial"/>
              </a:defRPr>
            </a:pPr>
            <a:r>
              <a:rPr sz="2025" b="0">
                <a:solidFill>
                  <a:srgbClr val="52657A"/>
                </a:solidFill>
                <a:latin typeface="Arial"/>
                <a:ea typeface="Arial"/>
                <a:cs typeface="Arial"/>
              </a:rPr>
              <a:t>Hold to play</a:t>
            </a:r>
          </a:p>
        </p:txBody>
      </p:sp>
    </p:spTree>
    <p:extLst>
      <p:ext uri="{BB962C8B-B14F-4D97-AF65-F5344CB8AC3E}">
        <p14:creationId xmlns:p14="http://schemas.microsoft.com/office/powerpoint/2010/main" val="1567748514"/>
      </p:ext>
    </p:extLst>
  </p:cSld>
  <p:timing>
    <p:tnLst>
      <p:par>
        <p:cTn id="1" dur="indefinite" restart="never" nodeType="tmRoot">
          <p:childTnLst>
            <p:video>
              <p:cMediaNode vol="50000">
                <p:cTn id="2" fill="hold" display="0">
                  <p:stCondLst>
                    <p:cond delay="indefinite"/>
                  </p:stCondLst>
                </p:cTn>
                <p:tgtEl>
                  <p:spTgt spid="4"/>
                </p:tgtEl>
              </p:cMediaNode>
            </p:video>
          </p:childTnLst>
        </p:cTn>
      </p:par>
    </p:tnLst>
  </p:timing>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8" name="title">
            <a:extLst xmlns:a="http://schemas.openxmlformats.org/drawingml/2006/main">
              <a:ext uri="{FF2B5EF4-FFF2-40B4-BE49-F238E27FC236}">
                <a16:creationId xmlns:a16="http://schemas.microsoft.com/office/drawing/2014/main" id="{44612B0A-85BA-4617-A3AD-35FE6F3A6312}"/>
              </a:ext>
            </a:extLst>
          </p:cNvPr>
          <p:cNvSpPr>
            <a:spLocks xmlns:a="http://schemas.openxmlformats.org/drawingml/2006/main" noGrp="1"/>
          </p:cNvSpPr>
          <p:nvPr/>
        </p:nvSpPr>
        <p:spPr>
          <a:xfrm xmlns:a="http://schemas.openxmlformats.org/drawingml/2006/main">
            <a:off x="762000" y="619125"/>
            <a:ext cx="106680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600" b="1">
                <a:solidFill>
                  <a:srgbClr val="122B45"/>
                </a:solidFill>
                <a:latin typeface="Arial"/>
                <a:ea typeface="Arial"/>
                <a:cs typeface="Arial"/>
              </a:defRPr>
            </a:defPPr>
          </a:lstStyle>
          <a:p xmlns:a="http://schemas.openxmlformats.org/drawingml/2006/main">
            <a:pPr>
              <a:buNone/>
              <a:defRPr sz="3600" b="1">
                <a:solidFill>
                  <a:srgbClr val="122B45"/>
                </a:solidFill>
                <a:latin typeface="Arial"/>
                <a:ea typeface="Arial"/>
                <a:cs typeface="Arial"/>
              </a:defRPr>
            </a:pPr>
            <a:r>
              <a:rPr sz="3600" b="1">
                <a:solidFill>
                  <a:srgbClr val="122B45"/>
                </a:solidFill>
                <a:latin typeface="Arial"/>
                <a:ea typeface="Arial"/>
                <a:cs typeface="Arial"/>
              </a:rPr>
              <a:t>Next steps</a:t>
            </a:r>
          </a:p>
        </p:txBody>
      </p:sp>
      <p:sp>
        <p:nvSpPr>
          <p:cNvPr id="2" name="page">
            <a:extLst xmlns:a="http://schemas.openxmlformats.org/drawingml/2006/main">
              <a:ext uri="{FF2B5EF4-FFF2-40B4-BE49-F238E27FC236}">
                <a16:creationId xmlns:a16="http://schemas.microsoft.com/office/drawing/2014/main" id="{1DFB8FDE-0106-489E-9E4F-00F26993E9DD}"/>
              </a:ext>
            </a:extLst>
          </p:cNvPr>
          <p:cNvSpPr>
            <a:spLocks xmlns:a="http://schemas.openxmlformats.org/drawingml/2006/main" noGrp="1"/>
          </p:cNvSpPr>
          <p:nvPr/>
        </p:nvSpPr>
        <p:spPr>
          <a:xfrm xmlns:a="http://schemas.openxmlformats.org/drawingml/2006/main">
            <a:off x="11001375" y="6134100"/>
            <a:ext cx="619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500" b="0">
                <a:solidFill>
                  <a:srgbClr val="52657A"/>
                </a:solidFill>
                <a:latin typeface="Arial"/>
                <a:ea typeface="Arial"/>
                <a:cs typeface="Arial"/>
              </a:defRPr>
            </a:defPPr>
          </a:lstStyle>
          <a:p xmlns:a="http://schemas.openxmlformats.org/drawingml/2006/main">
            <a:pPr>
              <a:buNone/>
              <a:defRPr sz="1500" b="0">
                <a:solidFill>
                  <a:srgbClr val="52657A"/>
                </a:solidFill>
                <a:latin typeface="Arial"/>
                <a:ea typeface="Arial"/>
                <a:cs typeface="Arial"/>
              </a:defRPr>
            </a:pPr>
            <a:r>
              <a:rPr sz="1500" b="0">
                <a:solidFill>
                  <a:srgbClr val="52657A"/>
                </a:solidFill>
                <a:latin typeface="Arial"/>
                <a:ea typeface="Arial"/>
                <a:cs typeface="Arial"/>
              </a:rPr>
              <a:t>05</a:t>
            </a:r>
          </a:p>
        </p:txBody>
      </p:sp>
      <p:sp>
        <p:nvSpPr>
          <p:cNvPr id="3" name="test-title">
            <a:extLst xmlns:a="http://schemas.openxmlformats.org/drawingml/2006/main">
              <a:ext uri="{FF2B5EF4-FFF2-40B4-BE49-F238E27FC236}">
                <a16:creationId xmlns:a16="http://schemas.microsoft.com/office/drawing/2014/main" id="{D452C1B3-294C-44A9-968A-9CAEA81F8F84}"/>
              </a:ext>
            </a:extLst>
          </p:cNvPr>
          <p:cNvSpPr>
            <a:spLocks xmlns:a="http://schemas.openxmlformats.org/drawingml/2006/main" noGrp="1"/>
          </p:cNvSpPr>
          <p:nvPr/>
        </p:nvSpPr>
        <p:spPr>
          <a:xfrm xmlns:a="http://schemas.openxmlformats.org/drawingml/2006/main">
            <a:off x="762000" y="184785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850" b="1">
                <a:solidFill>
                  <a:srgbClr val="137C69"/>
                </a:solidFill>
                <a:latin typeface="Arial"/>
                <a:ea typeface="Arial"/>
                <a:cs typeface="Arial"/>
              </a:defRPr>
            </a:defPPr>
          </a:lstStyle>
          <a:p xmlns:a="http://schemas.openxmlformats.org/drawingml/2006/main">
            <a:pPr>
              <a:buNone/>
              <a:defRPr sz="2850" b="1">
                <a:solidFill>
                  <a:srgbClr val="137C69"/>
                </a:solidFill>
                <a:latin typeface="Arial"/>
                <a:ea typeface="Arial"/>
                <a:cs typeface="Arial"/>
              </a:defRPr>
            </a:pPr>
            <a:r>
              <a:rPr sz="2850" b="1">
                <a:solidFill>
                  <a:srgbClr val="137C69"/>
                </a:solidFill>
                <a:latin typeface="Arial"/>
                <a:ea typeface="Arial"/>
                <a:cs typeface="Arial"/>
              </a:rPr>
              <a:t>Testing plan</a:t>
            </a:r>
          </a:p>
        </p:txBody>
      </p:sp>
      <p:sp>
        <p:nvSpPr>
          <p:cNvPr id="4" name="test-0">
            <a:extLst xmlns:a="http://schemas.openxmlformats.org/drawingml/2006/main">
              <a:ext uri="{FF2B5EF4-FFF2-40B4-BE49-F238E27FC236}">
                <a16:creationId xmlns:a16="http://schemas.microsoft.com/office/drawing/2014/main" id="{87F844A5-7E4C-4053-AE49-DB95A6CF0A72}"/>
              </a:ext>
            </a:extLst>
          </p:cNvPr>
          <p:cNvSpPr>
            <a:spLocks xmlns:a="http://schemas.openxmlformats.org/drawingml/2006/main" noGrp="1"/>
          </p:cNvSpPr>
          <p:nvPr/>
        </p:nvSpPr>
        <p:spPr>
          <a:xfrm xmlns:a="http://schemas.openxmlformats.org/drawingml/2006/main">
            <a:off x="762000" y="271462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22B45"/>
                </a:solidFill>
                <a:latin typeface="Arial"/>
                <a:ea typeface="Arial"/>
                <a:cs typeface="Arial"/>
              </a:defRPr>
            </a:defPPr>
          </a:lstStyle>
          <a:p xmlns:a="http://schemas.openxmlformats.org/drawingml/2006/main">
            <a:pPr>
              <a:buNone/>
              <a:defRPr sz="2400" b="0">
                <a:solidFill>
                  <a:srgbClr val="122B45"/>
                </a:solidFill>
                <a:latin typeface="Arial"/>
                <a:ea typeface="Arial"/>
                <a:cs typeface="Arial"/>
              </a:defRPr>
            </a:pPr>
            <a:r>
              <a:rPr sz="2400" b="0">
                <a:solidFill>
                  <a:srgbClr val="122B45"/>
                </a:solidFill>
                <a:latin typeface="Arial"/>
                <a:ea typeface="Arial"/>
                <a:cs typeface="Arial"/>
              </a:rPr>
              <a:t>Try gestures with different presenters</a:t>
            </a:r>
          </a:p>
        </p:txBody>
      </p:sp>
      <p:sp>
        <p:nvSpPr>
          <p:cNvPr id="5" name="test-1">
            <a:extLst xmlns:a="http://schemas.openxmlformats.org/drawingml/2006/main">
              <a:ext uri="{FF2B5EF4-FFF2-40B4-BE49-F238E27FC236}">
                <a16:creationId xmlns:a16="http://schemas.microsoft.com/office/drawing/2014/main" id="{CEB05866-BAFE-44A8-8F21-89EAD7BC19EA}"/>
              </a:ext>
            </a:extLst>
          </p:cNvPr>
          <p:cNvSpPr>
            <a:spLocks xmlns:a="http://schemas.openxmlformats.org/drawingml/2006/main" noGrp="1"/>
          </p:cNvSpPr>
          <p:nvPr/>
        </p:nvSpPr>
        <p:spPr>
          <a:xfrm xmlns:a="http://schemas.openxmlformats.org/drawingml/2006/main">
            <a:off x="762000" y="3505200"/>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22B45"/>
                </a:solidFill>
                <a:latin typeface="Arial"/>
                <a:ea typeface="Arial"/>
                <a:cs typeface="Arial"/>
              </a:defRPr>
            </a:defPPr>
          </a:lstStyle>
          <a:p xmlns:a="http://schemas.openxmlformats.org/drawingml/2006/main">
            <a:pPr>
              <a:buNone/>
              <a:defRPr sz="2400" b="0">
                <a:solidFill>
                  <a:srgbClr val="122B45"/>
                </a:solidFill>
                <a:latin typeface="Arial"/>
                <a:ea typeface="Arial"/>
                <a:cs typeface="Arial"/>
              </a:defRPr>
            </a:pPr>
            <a:r>
              <a:rPr sz="2400" b="0">
                <a:solidFill>
                  <a:srgbClr val="122B45"/>
                </a:solidFill>
                <a:latin typeface="Arial"/>
                <a:ea typeface="Arial"/>
                <a:cs typeface="Arial"/>
              </a:rPr>
              <a:t>Check lighting and camera distance</a:t>
            </a:r>
          </a:p>
        </p:txBody>
      </p:sp>
      <p:sp>
        <p:nvSpPr>
          <p:cNvPr id="6" name="test-2">
            <a:extLst xmlns:a="http://schemas.openxmlformats.org/drawingml/2006/main">
              <a:ext uri="{FF2B5EF4-FFF2-40B4-BE49-F238E27FC236}">
                <a16:creationId xmlns:a16="http://schemas.microsoft.com/office/drawing/2014/main" id="{3C369312-AF14-4B87-B533-6744FF8D3EF3}"/>
              </a:ext>
            </a:extLst>
          </p:cNvPr>
          <p:cNvSpPr>
            <a:spLocks xmlns:a="http://schemas.openxmlformats.org/drawingml/2006/main" noGrp="1"/>
          </p:cNvSpPr>
          <p:nvPr/>
        </p:nvSpPr>
        <p:spPr>
          <a:xfrm xmlns:a="http://schemas.openxmlformats.org/drawingml/2006/main">
            <a:off x="762000" y="4295775"/>
            <a:ext cx="1047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400" b="0">
                <a:solidFill>
                  <a:srgbClr val="122B45"/>
                </a:solidFill>
                <a:latin typeface="Arial"/>
                <a:ea typeface="Arial"/>
                <a:cs typeface="Arial"/>
              </a:defRPr>
            </a:defPPr>
          </a:lstStyle>
          <a:p xmlns:a="http://schemas.openxmlformats.org/drawingml/2006/main">
            <a:pPr>
              <a:buNone/>
              <a:defRPr sz="2400" b="0">
                <a:solidFill>
                  <a:srgbClr val="122B45"/>
                </a:solidFill>
                <a:latin typeface="Arial"/>
                <a:ea typeface="Arial"/>
                <a:cs typeface="Arial"/>
              </a:defRPr>
            </a:pPr>
            <a:r>
              <a:rPr sz="2400" b="0">
                <a:solidFill>
                  <a:srgbClr val="122B45"/>
                </a:solidFill>
                <a:latin typeface="Arial"/>
                <a:ea typeface="Arial"/>
                <a:cs typeface="Arial"/>
              </a:rPr>
              <a:t>Tune false triggers and arm effort</a:t>
            </a:r>
          </a:p>
        </p:txBody>
      </p:sp>
      <p:sp>
        <p:nvSpPr>
          <p:cNvPr id="7" name="scope">
            <a:extLst xmlns:a="http://schemas.openxmlformats.org/drawingml/2006/main">
              <a:ext uri="{FF2B5EF4-FFF2-40B4-BE49-F238E27FC236}">
                <a16:creationId xmlns:a16="http://schemas.microsoft.com/office/drawing/2014/main" id="{50854BF6-300B-48FF-B6EA-10C6EB1AA4E2}"/>
              </a:ext>
            </a:extLst>
          </p:cNvPr>
          <p:cNvSpPr>
            <a:spLocks xmlns:a="http://schemas.openxmlformats.org/drawingml/2006/main" noGrp="1"/>
          </p:cNvSpPr>
          <p:nvPr/>
        </p:nvSpPr>
        <p:spPr>
          <a:xfrm xmlns:a="http://schemas.openxmlformats.org/drawingml/2006/main">
            <a:off x="762000" y="5391150"/>
            <a:ext cx="10382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875" b="0">
                <a:solidFill>
                  <a:srgbClr val="52657A"/>
                </a:solidFill>
                <a:latin typeface="Arial"/>
                <a:ea typeface="Arial"/>
                <a:cs typeface="Arial"/>
              </a:defRPr>
            </a:defPPr>
          </a:lstStyle>
          <a:p xmlns:a="http://schemas.openxmlformats.org/drawingml/2006/main">
            <a:pPr>
              <a:buNone/>
              <a:defRPr sz="1875" b="0">
                <a:solidFill>
                  <a:srgbClr val="52657A"/>
                </a:solidFill>
                <a:latin typeface="Arial"/>
                <a:ea typeface="Arial"/>
                <a:cs typeface="Arial"/>
              </a:defRPr>
            </a:pPr>
            <a:r>
              <a:rPr sz="1875" b="0">
                <a:solidFill>
                  <a:srgbClr val="52657A"/>
                </a:solidFill>
                <a:latin typeface="Arial"/>
                <a:ea typeface="Arial"/>
                <a:cs typeface="Arial"/>
              </a:rPr>
              <a:t>Prototype: ml5.js + p5.js, shared on GitHub</a:t>
            </a:r>
          </a:p>
          <a:p xmlns:a="http://schemas.openxmlformats.org/drawingml/2006/main">
            <a:pPr>
              <a:buNone/>
              <a:defRPr sz="1875" b="0">
                <a:solidFill>
                  <a:srgbClr val="52657A"/>
                </a:solidFill>
                <a:latin typeface="Arial"/>
                <a:ea typeface="Arial"/>
                <a:cs typeface="Arial"/>
              </a:defRPr>
            </a:pPr>
            <a:r>
              <a:rPr sz="1875" b="0">
                <a:solidFill>
                  <a:srgbClr val="52657A"/>
                </a:solidFill>
                <a:latin typeface="Arial"/>
                <a:ea typeface="Arial"/>
                <a:cs typeface="Arial"/>
              </a:rPr>
              <a:t>Controls work inside our own browser presentation</a:t>
            </a:r>
          </a:p>
        </p:txBody>
      </p:sp>
    </p:spTree>
    <p:extLst>
      <p:ext uri="{BB962C8B-B14F-4D97-AF65-F5344CB8AC3E}">
        <p14:creationId xmlns:p14="http://schemas.microsoft.com/office/powerpoint/2010/main" val="66055894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2026-10-14T02:10:58.1950000Z</dcterms:created>
  <dcterms:modified xsi:type="dcterms:W3CDTF">2026-10-14T02:10:58.1950000Z</dcterms:modified>
</coreProperties>
</file>